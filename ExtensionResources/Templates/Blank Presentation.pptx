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68CCCA-810B-FD8D-AC6D-280E766A7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PL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6BA166-2D4E-EF54-D21B-3C519F13BE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PL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1947F4-ACC4-925A-7DC9-6EC5CD15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6370-5FE1-4542-9C7C-027E5F6288E3}" type="datetimeFigureOut">
              <a:rPr lang="ru-PL" smtClean="0"/>
              <a:t>17.05.2026</a:t>
            </a:fld>
            <a:endParaRPr lang="ru-PL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D5F551-15B9-7529-29D7-7F82A217A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PL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4D7003-4237-F37A-952D-3456F469B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82732-F165-1849-A09E-71D1ACA2034C}" type="slidenum">
              <a:rPr lang="ru-PL" smtClean="0"/>
              <a:t>‹#›</a:t>
            </a:fld>
            <a:endParaRPr lang="ru-PL"/>
          </a:p>
        </p:txBody>
      </p:sp>
    </p:spTree>
    <p:extLst>
      <p:ext uri="{BB962C8B-B14F-4D97-AF65-F5344CB8AC3E}">
        <p14:creationId xmlns:p14="http://schemas.microsoft.com/office/powerpoint/2010/main" val="356075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85C536-0422-AE55-41CE-30EC0EE6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PL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AA9799-02AE-427A-AABF-6B8F926A6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PL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CF0556-1DE5-CACB-BDDC-DCE03EA89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6370-5FE1-4542-9C7C-027E5F6288E3}" type="datetimeFigureOut">
              <a:rPr lang="ru-PL" smtClean="0"/>
              <a:t>17.05.2026</a:t>
            </a:fld>
            <a:endParaRPr lang="ru-PL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A11AE0-A0B8-9C12-BE4B-E64FEB4DB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PL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588B47-A1A3-D290-225C-D05BC98C1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82732-F165-1849-A09E-71D1ACA2034C}" type="slidenum">
              <a:rPr lang="ru-PL" smtClean="0"/>
              <a:t>‹#›</a:t>
            </a:fld>
            <a:endParaRPr lang="ru-PL"/>
          </a:p>
        </p:txBody>
      </p:sp>
    </p:spTree>
    <p:extLst>
      <p:ext uri="{BB962C8B-B14F-4D97-AF65-F5344CB8AC3E}">
        <p14:creationId xmlns:p14="http://schemas.microsoft.com/office/powerpoint/2010/main" val="428020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87D53-08A4-7828-7F90-CC4CB64C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PL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B45C41-A007-5742-2B37-30BFBB993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1A0CBE-CD93-4A89-B833-D919B495D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6370-5FE1-4542-9C7C-027E5F6288E3}" type="datetimeFigureOut">
              <a:rPr lang="ru-PL" smtClean="0"/>
              <a:t>17.05.2026</a:t>
            </a:fld>
            <a:endParaRPr lang="ru-PL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2F6FCB-C6E2-9806-4419-1EB9AF5A4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PL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5258AE-F79E-EBB3-4F9B-798629E3C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82732-F165-1849-A09E-71D1ACA2034C}" type="slidenum">
              <a:rPr lang="ru-PL" smtClean="0"/>
              <a:t>‹#›</a:t>
            </a:fld>
            <a:endParaRPr lang="ru-PL"/>
          </a:p>
        </p:txBody>
      </p:sp>
    </p:spTree>
    <p:extLst>
      <p:ext uri="{BB962C8B-B14F-4D97-AF65-F5344CB8AC3E}">
        <p14:creationId xmlns:p14="http://schemas.microsoft.com/office/powerpoint/2010/main" val="1565899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DAA28C-4F1E-7A61-42C4-E1E2AC928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PL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88759D-D4D0-98A1-F266-5D5EB47F4C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PL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447362C-8006-3FA0-514C-42221C4B1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PL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CF330F-BE26-9A0C-6955-D84C4373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6370-5FE1-4542-9C7C-027E5F6288E3}" type="datetimeFigureOut">
              <a:rPr lang="ru-PL" smtClean="0"/>
              <a:t>17.05.2026</a:t>
            </a:fld>
            <a:endParaRPr lang="ru-PL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6B2A10-C4D3-D940-AE29-649563F72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PL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1F2C26-4787-49F5-5900-FA1CF553C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82732-F165-1849-A09E-71D1ACA2034C}" type="slidenum">
              <a:rPr lang="ru-PL" smtClean="0"/>
              <a:t>‹#›</a:t>
            </a:fld>
            <a:endParaRPr lang="ru-PL"/>
          </a:p>
        </p:txBody>
      </p:sp>
    </p:spTree>
    <p:extLst>
      <p:ext uri="{BB962C8B-B14F-4D97-AF65-F5344CB8AC3E}">
        <p14:creationId xmlns:p14="http://schemas.microsoft.com/office/powerpoint/2010/main" val="311488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4437E-E771-D7B6-2B4D-8E65BCF4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PL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010C80-6F66-540E-4EC1-AC2465245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207E05-484B-F939-8411-C5D5C4E73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PL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E75C7A7-F6F1-010F-424F-77368C5DEA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F99C97-BC34-B88E-3A9E-A3E42AF10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PL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07950CC-9D3B-3B25-E5D0-7CAC7AF2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6370-5FE1-4542-9C7C-027E5F6288E3}" type="datetimeFigureOut">
              <a:rPr lang="ru-PL" smtClean="0"/>
              <a:t>17.05.2026</a:t>
            </a:fld>
            <a:endParaRPr lang="ru-PL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8FBCA14-C5E0-63F7-A3CF-AFE66DECE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PL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DBE8CCB-BAFF-5583-440E-5A9CF425E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82732-F165-1849-A09E-71D1ACA2034C}" type="slidenum">
              <a:rPr lang="ru-PL" smtClean="0"/>
              <a:t>‹#›</a:t>
            </a:fld>
            <a:endParaRPr lang="ru-PL"/>
          </a:p>
        </p:txBody>
      </p:sp>
    </p:spTree>
    <p:extLst>
      <p:ext uri="{BB962C8B-B14F-4D97-AF65-F5344CB8AC3E}">
        <p14:creationId xmlns:p14="http://schemas.microsoft.com/office/powerpoint/2010/main" val="112893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87483-6F41-71B6-A0F6-85726FFEB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PL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62F0AB4-096B-0AC4-E580-789320283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6370-5FE1-4542-9C7C-027E5F6288E3}" type="datetimeFigureOut">
              <a:rPr lang="ru-PL" smtClean="0"/>
              <a:t>17.05.2026</a:t>
            </a:fld>
            <a:endParaRPr lang="ru-PL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F970D9-1107-8330-0A40-C6270315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PL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37A795F-DA84-8FD8-4244-1533DFE89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82732-F165-1849-A09E-71D1ACA2034C}" type="slidenum">
              <a:rPr lang="ru-PL" smtClean="0"/>
              <a:t>‹#›</a:t>
            </a:fld>
            <a:endParaRPr lang="ru-PL"/>
          </a:p>
        </p:txBody>
      </p:sp>
    </p:spTree>
    <p:extLst>
      <p:ext uri="{BB962C8B-B14F-4D97-AF65-F5344CB8AC3E}">
        <p14:creationId xmlns:p14="http://schemas.microsoft.com/office/powerpoint/2010/main" val="268992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3EB2DF0-3533-B5DC-0B7A-8CD966212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6370-5FE1-4542-9C7C-027E5F6288E3}" type="datetimeFigureOut">
              <a:rPr lang="ru-PL" smtClean="0"/>
              <a:t>17.05.2026</a:t>
            </a:fld>
            <a:endParaRPr lang="ru-PL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B3BBC78-13F9-54E1-6739-B980339F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PL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E473F5-2132-3A71-832C-E1EFD4598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82732-F165-1849-A09E-71D1ACA2034C}" type="slidenum">
              <a:rPr lang="ru-PL" smtClean="0"/>
              <a:t>‹#›</a:t>
            </a:fld>
            <a:endParaRPr lang="ru-PL"/>
          </a:p>
        </p:txBody>
      </p:sp>
    </p:spTree>
    <p:extLst>
      <p:ext uri="{BB962C8B-B14F-4D97-AF65-F5344CB8AC3E}">
        <p14:creationId xmlns:p14="http://schemas.microsoft.com/office/powerpoint/2010/main" val="1225289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825A19-8DAC-66E3-6EA2-D4344C157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PL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6E8EC3-FE84-E303-3619-4559793B1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PL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1B033DA-0550-2D3F-5EF3-2F21B342C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7422A6-3F60-20B9-1D87-98CE7FAE2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6370-5FE1-4542-9C7C-027E5F6288E3}" type="datetimeFigureOut">
              <a:rPr lang="ru-PL" smtClean="0"/>
              <a:t>17.05.2026</a:t>
            </a:fld>
            <a:endParaRPr lang="ru-PL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7C990F-FEA5-C94B-F04C-8097D2BFC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PL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801518-D721-C8A9-3445-0030BA3D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82732-F165-1849-A09E-71D1ACA2034C}" type="slidenum">
              <a:rPr lang="ru-PL" smtClean="0"/>
              <a:t>‹#›</a:t>
            </a:fld>
            <a:endParaRPr lang="ru-PL"/>
          </a:p>
        </p:txBody>
      </p:sp>
    </p:spTree>
    <p:extLst>
      <p:ext uri="{BB962C8B-B14F-4D97-AF65-F5344CB8AC3E}">
        <p14:creationId xmlns:p14="http://schemas.microsoft.com/office/powerpoint/2010/main" val="2420166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E6F24D-5316-8502-8FC7-B4F6DD22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PL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14DA0A4-4449-630F-3442-49065B2487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PL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6E756BD-E06F-6853-5F1C-4B5DD7739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C562DA-CC13-B84A-4C61-5CA899FA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6370-5FE1-4542-9C7C-027E5F6288E3}" type="datetimeFigureOut">
              <a:rPr lang="ru-PL" smtClean="0"/>
              <a:t>17.05.2026</a:t>
            </a:fld>
            <a:endParaRPr lang="ru-PL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876A2E-E47C-FC76-1334-D202B5AC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PL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DCB076-0E8F-0F33-318B-77C239C59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82732-F165-1849-A09E-71D1ACA2034C}" type="slidenum">
              <a:rPr lang="ru-PL" smtClean="0"/>
              <a:t>‹#›</a:t>
            </a:fld>
            <a:endParaRPr lang="ru-PL"/>
          </a:p>
        </p:txBody>
      </p:sp>
    </p:spTree>
    <p:extLst>
      <p:ext uri="{BB962C8B-B14F-4D97-AF65-F5344CB8AC3E}">
        <p14:creationId xmlns:p14="http://schemas.microsoft.com/office/powerpoint/2010/main" val="2955351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B76A27-46F9-8A11-0966-40DB9F52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PL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D2C860-E952-C51A-C0AE-E698C7C0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PL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C119EA-E1D1-3C7E-08F1-0305DD020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6370-5FE1-4542-9C7C-027E5F6288E3}" type="datetimeFigureOut">
              <a:rPr lang="ru-PL" smtClean="0"/>
              <a:t>17.05.2026</a:t>
            </a:fld>
            <a:endParaRPr lang="ru-PL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892FC0-9B76-70EF-B427-149983B0B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PL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F2E4D7-C78E-55B4-3969-B3A6462B1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82732-F165-1849-A09E-71D1ACA2034C}" type="slidenum">
              <a:rPr lang="ru-PL" smtClean="0"/>
              <a:t>‹#›</a:t>
            </a:fld>
            <a:endParaRPr lang="ru-PL"/>
          </a:p>
        </p:txBody>
      </p:sp>
    </p:spTree>
    <p:extLst>
      <p:ext uri="{BB962C8B-B14F-4D97-AF65-F5344CB8AC3E}">
        <p14:creationId xmlns:p14="http://schemas.microsoft.com/office/powerpoint/2010/main" val="2640142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8296648-82F9-C12B-7C99-80589F21BF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PL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D74287-5C2A-2D39-4DB1-A07D53894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PL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A9FA87-38EA-D2B9-F739-74AC2310E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6370-5FE1-4542-9C7C-027E5F6288E3}" type="datetimeFigureOut">
              <a:rPr lang="ru-PL" smtClean="0"/>
              <a:t>17.05.2026</a:t>
            </a:fld>
            <a:endParaRPr lang="ru-PL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609C00-6458-FA26-912F-A5E499E8F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PL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ADAAA2-ED41-FF3C-4180-6D91CF35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82732-F165-1849-A09E-71D1ACA2034C}" type="slidenum">
              <a:rPr lang="ru-PL" smtClean="0"/>
              <a:t>‹#›</a:t>
            </a:fld>
            <a:endParaRPr lang="ru-PL"/>
          </a:p>
        </p:txBody>
      </p:sp>
    </p:spTree>
    <p:extLst>
      <p:ext uri="{BB962C8B-B14F-4D97-AF65-F5344CB8AC3E}">
        <p14:creationId xmlns:p14="http://schemas.microsoft.com/office/powerpoint/2010/main" val="3925409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0B7B9-AF7F-ED0F-8B0F-AD6019F1C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PL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5282FD-31A5-867B-6082-AFF5814AF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PL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70C3B3-6C0C-FD24-BDFA-51A6E596DE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26370-5FE1-4542-9C7C-027E5F6288E3}" type="datetimeFigureOut">
              <a:rPr lang="ru-PL" smtClean="0"/>
              <a:t>17.05.2026</a:t>
            </a:fld>
            <a:endParaRPr lang="ru-PL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832795-0DC4-821F-C704-F081C82890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PL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AA889D-BAEA-46C7-3AF1-3DA825B5C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82732-F165-1849-A09E-71D1ACA2034C}" type="slidenum">
              <a:rPr lang="ru-PL" smtClean="0"/>
              <a:t>‹#›</a:t>
            </a:fld>
            <a:endParaRPr lang="ru-PL"/>
          </a:p>
        </p:txBody>
      </p:sp>
    </p:spTree>
    <p:extLst>
      <p:ext uri="{BB962C8B-B14F-4D97-AF65-F5344CB8AC3E}">
        <p14:creationId xmlns:p14="http://schemas.microsoft.com/office/powerpoint/2010/main" val="419335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71ABAF-988E-6016-6C2C-38C44CB82D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PL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ACB116-F9FA-475F-AFA3-77011F035C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PL"/>
          </a:p>
        </p:txBody>
      </p:sp>
    </p:spTree>
    <p:extLst>
      <p:ext uri="{BB962C8B-B14F-4D97-AF65-F5344CB8AC3E}">
        <p14:creationId xmlns:p14="http://schemas.microsoft.com/office/powerpoint/2010/main" val="12543102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Сергій Денисенко</dc:creator>
  <cp:lastModifiedBy>Сергій Денисенко</cp:lastModifiedBy>
  <cp:revision>1</cp:revision>
  <dcterms:created xsi:type="dcterms:W3CDTF">2026-05-16T22:42:53Z</dcterms:created>
  <dcterms:modified xsi:type="dcterms:W3CDTF">2026-05-16T22:43:13Z</dcterms:modified>
</cp:coreProperties>
</file>